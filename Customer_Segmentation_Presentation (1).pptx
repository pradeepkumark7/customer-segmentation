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6400800" cy="6400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 ·  CUSTOMER DATA ANALYSIS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Behavior Analysis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5029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MySQL / phpMyAdmin and Microsoft Power BI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segments, revenue drivers and purchase behavior.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Core Performance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total revenue, customer count, average purchase value and customer ratings.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Across Dimensions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74320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across product categories, gender, seasons, age groups, payment methods and locations.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434840"/>
            <a:ext cx="685800" cy="6858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5994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074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Customers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0120" y="51663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customers into Low Value, Medium Value and High Value segments.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43484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5994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074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Business Action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51663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dashboard findings into practical marketing, inventory and retention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shopping data to business insights.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31234" y="2308860"/>
            <a:ext cx="8729228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96894" y="18745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377" y="20830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2966" y="176479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907792"/>
            <a:ext cx="21823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310128"/>
            <a:ext cx="199942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the shopping dataset in MySQL/phpMyAdmin and reviewed fields, records and data structure.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9201" y="18745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684" y="20830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5273" y="176479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22387" y="2907792"/>
            <a:ext cx="21823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&amp; Load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13827" y="3310128"/>
            <a:ext cx="199942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the validated dataset as CSV and loaded it into Power BI.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1508" y="18745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91" y="20830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7580" y="176479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04694" y="2907792"/>
            <a:ext cx="21823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Fields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96134" y="3310128"/>
            <a:ext cx="199942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analytical fields including Age Group and Customer Segment.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843815" y="18745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298" y="20830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9887" y="176479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87001" y="2907792"/>
            <a:ext cx="21823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Dashboard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278441" y="3310128"/>
            <a:ext cx="199942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three-page interactive dashboard with filters for Gender, Product Category and Season.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10026122" y="187452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4605" y="208300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02194" y="176479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369308" y="2907792"/>
            <a:ext cx="21823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460748" y="3310128"/>
            <a:ext cx="1999427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results using both purchase volume and revenue contribution.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40080" y="461772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60120" y="489204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603" y="5100523"/>
            <a:ext cx="451714" cy="45171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057400" y="4892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Records to Revenue Strategy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2057400" y="5285232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builds on the last — validated data becomes modeled fields, modeled fields become an interactive dashboard, and the dashboard becomes a clear set of business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1 — Executive Business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and revenue contribution across categories, payment methods and gender</a:t>
            </a:r>
            <a:endParaRPr lang="en-US" sz="1200" dirty="0"/>
          </a:p>
        </p:txBody>
      </p:sp>
      <p:pic>
        <p:nvPicPr>
          <p:cNvPr id="5" name="Image 0" descr="Dashboard_Pa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3067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925284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built in Power BI with interactive filters for Gender, Product Category and Season.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641080" y="1417320"/>
            <a:ext cx="3139135" cy="868680"/>
          </a:xfrm>
          <a:prstGeom prst="roundRect">
            <a:avLst>
              <a:gd name="adj" fmla="val 7368"/>
            </a:avLst>
          </a:prstGeom>
          <a:solidFill>
            <a:srgbClr val="F2F8F8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0" y="1490472"/>
            <a:ext cx="2864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78240" y="1920240"/>
            <a:ext cx="2864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41080" y="2450592"/>
            <a:ext cx="3139135" cy="868680"/>
          </a:xfrm>
          <a:prstGeom prst="roundRect">
            <a:avLst>
              <a:gd name="adj" fmla="val 7368"/>
            </a:avLst>
          </a:prstGeom>
          <a:solidFill>
            <a:srgbClr val="F2F8F8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0" y="2523744"/>
            <a:ext cx="2864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778240" y="2953512"/>
            <a:ext cx="2864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41080" y="3483864"/>
            <a:ext cx="3139135" cy="868680"/>
          </a:xfrm>
          <a:prstGeom prst="roundRect">
            <a:avLst>
              <a:gd name="adj" fmla="val 7368"/>
            </a:avLst>
          </a:prstGeom>
          <a:solidFill>
            <a:srgbClr val="F2F8F8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0" y="3557016"/>
            <a:ext cx="2864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778240" y="3986784"/>
            <a:ext cx="2864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41080" y="4517136"/>
            <a:ext cx="3139135" cy="868680"/>
          </a:xfrm>
          <a:prstGeom prst="roundRect">
            <a:avLst>
              <a:gd name="adj" fmla="val 7368"/>
            </a:avLst>
          </a:prstGeom>
          <a:solidFill>
            <a:srgbClr val="F2F8F8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4590288"/>
            <a:ext cx="28648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778240" y="5020056"/>
            <a:ext cx="2864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2 — Customer Behavior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age group, revenue by location, category and season</a:t>
            </a:r>
            <a:endParaRPr lang="en-US" sz="1200" dirty="0"/>
          </a:p>
        </p:txBody>
      </p:sp>
      <p:pic>
        <p:nvPicPr>
          <p:cNvPr id="5" name="Image 0" descr="Dashboard_Pag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3067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925284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built in Power BI with interactive filters for Gender, Product Category and Season.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1417320"/>
            <a:ext cx="31391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55+ spend the most, followed by a steady decline across younger groups.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category revenue; Outerwear trails the other categories.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stays broadly consistent across all four seasons.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 shifts noticeably by age group.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3 — Customer Segmentation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distribution, revenue share and top revenue-generating locations</a:t>
            </a:r>
            <a:endParaRPr lang="en-US" sz="1200" dirty="0"/>
          </a:p>
        </p:txBody>
      </p:sp>
      <p:pic>
        <p:nvPicPr>
          <p:cNvPr id="5" name="Image 0" descr="Dashboard_Pag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18120" cy="430679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5925284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built in Power BI with interactive filters for Gender, Product Category and Season.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1417320"/>
            <a:ext cx="31391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(37.6%) form the largest segment by count.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and Medium Value segments together drive most of total revenue.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Montana, Illinois and California lead the top 10 revenue-generating locations.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derived from the dashboard.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175" y="19922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1460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Revenue Base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89864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is approximately USD 233K across approximately 3.9K customers.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3938" y="160020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9970" y="185623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033" y="1992295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9970" y="251460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Leads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39970" y="289864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leading revenue-generating category; Accessories and Footwear also contribute meaningfully.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27797" y="160020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185623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892" y="199229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3829" y="251460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Mature Buyers Spend Most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83829" y="289864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55+ contribute the highest revenue, signaling strong purchasing power.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7939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175" y="4415455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3776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Segments Drive Sales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32180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and Medium Value customer groups contribute the largest revenue share.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3938" y="402336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9970" y="427939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033" y="441545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39970" y="493776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Seasonality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39970" y="532180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relatively consistent across seasons, while payment preferences vary by age group.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27797" y="4023360"/>
            <a:ext cx="3423818" cy="2148840"/>
          </a:xfrm>
          <a:prstGeom prst="roundRect">
            <a:avLst>
              <a:gd name="adj" fmla="val 3404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427939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892" y="441545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83829" y="4937760"/>
            <a:ext cx="29117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Priority Markets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83829" y="5321808"/>
            <a:ext cx="29117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Location-level analysis identifies priority markets for sales focus and inventory planning.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supported by 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028090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8026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5623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High Value Customers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240280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rewards, early-access offers and personalized communication.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8728" y="1691640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028090">
              <a:alpha val="8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208026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2338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4568" y="1856232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Medium Value Customers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84568" y="2240280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cross-selling and targeted recommendations to move them upward.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364992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028090">
              <a:alpha val="82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3753612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39072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29584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Offers for Low Value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913632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focused coupons rather than broad discounting.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8728" y="3364992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028090">
              <a:alpha val="82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507328" y="3753612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390723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4568" y="3529584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Top Categories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84568" y="3913632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inventory availability and promotions for Clothing and other high performers.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5038344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028090">
              <a:alpha val="82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868680" y="5426964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" y="5580583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5202936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Age-Specific Campaigns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5920" y="5586984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campaigns for the 55+ segment and match payment offers to preference.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78728" y="5038344"/>
            <a:ext cx="5272888" cy="1417320"/>
          </a:xfrm>
          <a:prstGeom prst="roundRect">
            <a:avLst>
              <a:gd name="adj" fmla="val 5161"/>
            </a:avLst>
          </a:prstGeom>
          <a:solidFill>
            <a:srgbClr val="028090">
              <a:alpha val="82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507328" y="5426964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63500" dist="1905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947" y="5580583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84568" y="5202936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High-Revenue Locations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284568" y="5586984"/>
            <a:ext cx="40384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9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top markets for regional marketing and expansion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97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Purchase Behavior Analysis  ·  MySQL/phpMyAdmin &amp; Power BI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&amp; Purchase Behavior Analysis</dc:title>
  <dc:subject>PptxGenJS Presentation</dc:subject>
  <dc:creator>Client Project</dc:creator>
  <cp:lastModifiedBy>Client Project</cp:lastModifiedBy>
  <cp:revision>1</cp:revision>
  <dcterms:created xsi:type="dcterms:W3CDTF">2026-06-27T04:44:48Z</dcterms:created>
  <dcterms:modified xsi:type="dcterms:W3CDTF">2026-06-27T04:44:48Z</dcterms:modified>
</cp:coreProperties>
</file>